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3A5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83A5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PPE COMPLIANCE DETECTOR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PPE Verification for Home Health Caregivers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1378  —  Final Presentation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0" y="37947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✓ 90% 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
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 Nguyen &amp; Raymond Newton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4406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TIER
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caregivers are required to wear PPE (masks, gloves) during certain visits.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today relies on self-reporting and occasional manual supervisor spot-checks.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 not scale across a large caregiver workforce and creates gaps during infection-control audits.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4805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cares: </a:t>
            </a:r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compliance officers, supervisors, and payer/UHC infection-control audits.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0"/>
            <a:ext cx="44805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33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645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 DON'T SCALE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0" y="20116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406640" y="3063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 per visit — no continuous verification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3794760"/>
            <a:ext cx="3749040" cy="0"/>
          </a:xfrm>
          <a:prstGeom prst="line">
            <a:avLst/>
          </a:prstGeom>
          <a:noFill/>
          <a:ln w="12700">
            <a:solidFill>
              <a:srgbClr val="D9E2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3977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0" y="43434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PPE compliance is both a health risk and a documentation liability during audits.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detection system that scans a photo of a caregiver and automatically flags PPE compliance — in real time, with no manual review.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the caregiver is taken at check-in or during a visit.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7764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24688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743200"/>
            <a:ext cx="548640" cy="54864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4572000" y="34290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840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YOLOv8 model scans the image for mask presence and placement.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2668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24688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74320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8321040" y="34290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840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outputs a clear compliant / non-compliant result instantly.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6636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  </a:t>
            </a:r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mask detected correctly</a:t>
            </a:r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⚠ Non-Compliant   </a:t>
            </a:r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mask missing or worn incorrectly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17320"/>
            <a:ext cx="3429000" cy="5029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localize exactly where PPE is present or missing — not just a whole-image label.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417320"/>
            <a:ext cx="3429000" cy="5029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173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78892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for 75 epochs on free Colab GPU — fast to train, strong results for its size.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17320"/>
            <a:ext cx="3429000" cy="5029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4173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2103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Ultralytics (PyTorch)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78892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tooling, strong community support for PPE-style datasets, minimal boilerplate.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stack: </a:t>
            </a:r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scope realistic for the timeline — real training and evaluation, without custom architecture design or manual labeling.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4,547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images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2743200" cy="0"/>
          </a:xfrm>
          <a:prstGeom prst="line">
            <a:avLst/>
          </a:prstGeom>
          <a:noFill/>
          <a:ln w="12700">
            <a:solidFill>
              <a:srgbClr val="3D6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49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Universe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“Mask-Detection-YOLOv8” (AGH)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CC BY 4.0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(3 classes)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06240" y="1920240"/>
            <a:ext cx="2286000" cy="502920"/>
          </a:xfrm>
          <a:prstGeom prst="roundRect">
            <a:avLst>
              <a:gd name="adj" fmla="val 50909"/>
            </a:avLst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with_mask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1920240"/>
            <a:ext cx="2286000" cy="502920"/>
          </a:xfrm>
          <a:prstGeom prst="roundRect">
            <a:avLst>
              <a:gd name="adj" fmla="val 50909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without_mask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0" y="1920240"/>
            <a:ext cx="2286000" cy="502920"/>
          </a:xfrm>
          <a:prstGeom prst="roundRect">
            <a:avLst>
              <a:gd name="adj" fmla="val 50909"/>
            </a:avLst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incorrectly_worn_mask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206240" y="26060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deliverable: with_mask / without_mask. Incorrect-mask detection is a stretch goal.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370332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labeling — dataset ships pre-annotated in YOLO format.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directly via the Roboflow Python package.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Ultralytics augmentation applied at train time (flip, mosaic, brightness).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Diagram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0B4F6C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4747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caregiver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71800" y="29260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0B4F6C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 Inference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34747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person + PPE regions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52160" y="29260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0B4F6C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Post-Processing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4747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mask / no-mask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32520" y="29260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189720" y="237744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2688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0" y="34747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 + compliance flag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intentionally linear — one photo in, one clear compliance flag out. No manual review step required.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Results</a:t>
            </a:r>
            <a:endParaRPr lang="en-US" sz="3200" dirty="0"/>
          </a:p>
        </p:txBody>
      </p:sp>
      <p:pic>
        <p:nvPicPr>
          <p:cNvPr id="3" name="Image 0" descr="/home/claude/pptx_build/trai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694944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0" y="109728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0010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1000" y="1417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90.0%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772400" y="21945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010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2514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93.4%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772400" y="32918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0100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01000" y="3611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82.5%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772400" y="4434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epochs  ·  </a:t>
            </a:r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 min total training time on Colab T4 GPU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45262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exceeded our 75–80% mAP target, matching published benchmarks (~91%) for similar fine-tuned models on this dataset.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Gradio interface — upload a photo, get an instant compliance flag.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pic>
        <p:nvPicPr>
          <p:cNvPr id="5" name="Image 0" descr="/home/claude/pptx_build/dem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3375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5193792"/>
            <a:ext cx="3246120" cy="320040"/>
          </a:xfrm>
          <a:prstGeom prst="roundRect">
            <a:avLst>
              <a:gd name="adj" fmla="val 48571"/>
            </a:avLst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1937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— mask missing (0.87)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pic>
        <p:nvPicPr>
          <p:cNvPr id="9" name="Image 1" descr="/home/claude/pptx_build/dem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54480"/>
            <a:ext cx="3337560" cy="3566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34840" y="5193792"/>
            <a:ext cx="3246120" cy="320040"/>
          </a:xfrm>
          <a:prstGeom prst="roundRect">
            <a:avLst>
              <a:gd name="adj" fmla="val 48571"/>
            </a:avLst>
          </a:prstGeom>
          <a:solidFill>
            <a:srgbClr val="C0392B"/>
          </a:solidFill>
          <a:ln/>
        </p:spPr>
      </p:sp>
      <p:sp>
        <p:nvSpPr>
          <p:cNvPr id="11" name="Text 7"/>
          <p:cNvSpPr/>
          <p:nvPr/>
        </p:nvSpPr>
        <p:spPr>
          <a:xfrm>
            <a:off x="4434840" y="51937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— mask missing (0.90)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046720" y="1463040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pic>
        <p:nvPicPr>
          <p:cNvPr id="13" name="Image 2" descr="/home/claude/pptx_build/demo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554480"/>
            <a:ext cx="3337560" cy="35661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83880" y="5193792"/>
            <a:ext cx="3246120" cy="320040"/>
          </a:xfrm>
          <a:prstGeom prst="roundRect">
            <a:avLst>
              <a:gd name="adj" fmla="val 48571"/>
            </a:avLst>
          </a:prstGeom>
          <a:solidFill>
            <a:srgbClr val="2E8B57"/>
          </a:solidFill>
          <a:ln/>
        </p:spPr>
      </p:sp>
      <p:sp>
        <p:nvSpPr>
          <p:cNvPr id="15" name="Text 10"/>
          <p:cNvSpPr/>
          <p:nvPr/>
        </p:nvSpPr>
        <p:spPr>
          <a:xfrm>
            <a:off x="8183880" y="51937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— both masks detected (0.84, 0.83)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Metrics: Target vs. Actual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5029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— mAP@0.5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75–80%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90.0%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1463040" y="374904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 EXCEEDED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checkpoint (epoch 64) hit 90.5% — model stayed stable through training.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3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463040"/>
            <a:ext cx="5303520" cy="5029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463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 — SPEED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103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0.5s / image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25146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93.4%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82.5%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40233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fast, responsive inference during live Gradio demo — well under a second per image.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417320" y="2011680"/>
            <a:ext cx="9235440" cy="0"/>
          </a:xfrm>
          <a:prstGeom prst="line">
            <a:avLst/>
          </a:prstGeom>
          <a:noFill/>
          <a:ln w="25400">
            <a:solidFill>
              <a:srgbClr val="D9E2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69164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2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737360" cy="2011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65176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environment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611880"/>
            <a:ext cx="1517904" cy="0"/>
          </a:xfrm>
          <a:prstGeom prst="line">
            <a:avLst/>
          </a:prstGeom>
          <a:noFill/>
          <a:ln w="12700">
            <a:solidFill>
              <a:srgbClr val="E5EB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703320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44368" y="169164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2944368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20" dirty="0"/>
          </a:p>
        </p:txBody>
      </p:sp>
      <p:sp>
        <p:nvSpPr>
          <p:cNvPr id="12" name="Shape 10"/>
          <p:cNvSpPr/>
          <p:nvPr/>
        </p:nvSpPr>
        <p:spPr>
          <a:xfrm>
            <a:off x="2395728" y="2514600"/>
            <a:ext cx="1737360" cy="2011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05456" y="265176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run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05456" y="3611880"/>
            <a:ext cx="1517904" cy="0"/>
          </a:xfrm>
          <a:prstGeom prst="line">
            <a:avLst/>
          </a:prstGeom>
          <a:noFill/>
          <a:ln w="12700">
            <a:solidFill>
              <a:srgbClr val="E5EB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05456" y="3703320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91456" y="169164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4791456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20" dirty="0"/>
          </a:p>
        </p:txBody>
      </p:sp>
      <p:sp>
        <p:nvSpPr>
          <p:cNvPr id="18" name="Shape 16"/>
          <p:cNvSpPr/>
          <p:nvPr/>
        </p:nvSpPr>
        <p:spPr>
          <a:xfrm>
            <a:off x="4242816" y="2514600"/>
            <a:ext cx="1737360" cy="2011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52544" y="265176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+ tuning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2544" y="3611880"/>
            <a:ext cx="1517904" cy="0"/>
          </a:xfrm>
          <a:prstGeom prst="line">
            <a:avLst/>
          </a:prstGeom>
          <a:noFill/>
          <a:ln w="12700">
            <a:solidFill>
              <a:srgbClr val="E5EB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544" y="3703320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mAP reached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38544" y="169164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6638544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20" dirty="0"/>
          </a:p>
        </p:txBody>
      </p:sp>
      <p:sp>
        <p:nvSpPr>
          <p:cNvPr id="24" name="Shape 22"/>
          <p:cNvSpPr/>
          <p:nvPr/>
        </p:nvSpPr>
        <p:spPr>
          <a:xfrm>
            <a:off x="6089904" y="2514600"/>
            <a:ext cx="1737360" cy="2011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99632" y="265176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demo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99632" y="3611880"/>
            <a:ext cx="1517904" cy="0"/>
          </a:xfrm>
          <a:prstGeom prst="line">
            <a:avLst/>
          </a:prstGeom>
          <a:noFill/>
          <a:ln w="12700">
            <a:solidFill>
              <a:srgbClr val="E5EB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703320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demo live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85632" y="169164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9" name="Text 27"/>
          <p:cNvSpPr/>
          <p:nvPr/>
        </p:nvSpPr>
        <p:spPr>
          <a:xfrm>
            <a:off x="8485632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20" dirty="0"/>
          </a:p>
        </p:txBody>
      </p:sp>
      <p:sp>
        <p:nvSpPr>
          <p:cNvPr id="30" name="Shape 28"/>
          <p:cNvSpPr/>
          <p:nvPr/>
        </p:nvSpPr>
        <p:spPr>
          <a:xfrm>
            <a:off x="7936992" y="2514600"/>
            <a:ext cx="1737360" cy="2011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0" y="265176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slides, rehearse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46720" y="3611880"/>
            <a:ext cx="1517904" cy="0"/>
          </a:xfrm>
          <a:prstGeom prst="line">
            <a:avLst/>
          </a:prstGeom>
          <a:noFill/>
          <a:ln w="12700">
            <a:solidFill>
              <a:srgbClr val="E5EB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3703320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332720" y="169164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5" name="Text 33"/>
          <p:cNvSpPr/>
          <p:nvPr/>
        </p:nvSpPr>
        <p:spPr>
          <a:xfrm>
            <a:off x="103327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20" dirty="0"/>
          </a:p>
        </p:txBody>
      </p:sp>
      <p:sp>
        <p:nvSpPr>
          <p:cNvPr id="36" name="Shape 34"/>
          <p:cNvSpPr/>
          <p:nvPr/>
        </p:nvSpPr>
        <p:spPr>
          <a:xfrm>
            <a:off x="9784080" y="2514600"/>
            <a:ext cx="1737360" cy="2011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B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893808" y="265176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893808" y="3611880"/>
            <a:ext cx="1517904" cy="0"/>
          </a:xfrm>
          <a:prstGeom prst="line">
            <a:avLst/>
          </a:prstGeom>
          <a:noFill/>
          <a:ln w="12700">
            <a:solidFill>
              <a:srgbClr val="E5EB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93808" y="3703320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Today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What We Learned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484632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Handled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75-epoch run took ~76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checkpointing (save_period=10) so progress was never lost to a Colab disconnect.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mismatch (dataset ≠ real home visits)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as a known limitation — can't use real patient photos for privacy reasons.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Confirming target vs. actual model 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Cross-checked our 90% mAP against a published benchmark on the same dataset (~91%) to validate the result was reasonable, not a fluke.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Turning raw detections into a usable 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 simple compliance-flag function on top of raw YOLO output, then wrapped it in a Gradio UI for a real interactive demo.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3A5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083A50"/>
          </a:solidFill>
          <a:ln w="12700">
            <a:solidFill>
              <a:srgbClr val="1F6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 T4 GPU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 min total training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083A50"/>
          </a:solidFill>
          <a:ln w="12700">
            <a:solidFill>
              <a:srgbClr val="1F6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194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Ultralytics YOLOv8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Roboflow · Gradio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083A50"/>
          </a:solidFill>
          <a:ln w="12700">
            <a:solidFill>
              <a:srgbClr val="1F6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194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75320" y="3154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covered the full project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12700">
            <a:solidFill>
              <a:srgbClr val="1F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PPE compliance detector — 90% mAP, real-time demo, built on public data and free compute.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Detector  |  ITAI 1378 Final Presentation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2026-07-28T21:32:40Z</dcterms:created>
  <dcterms:modified xsi:type="dcterms:W3CDTF">2026-07-28T21:32:40Z</dcterms:modified>
</cp:coreProperties>
</file>